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9D59D-7B1E-3DA6-E367-2E7B2C960D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273F8-3454-CA32-53BF-CB30CFE04F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A4A6A-7BA7-6553-A31F-E736F67A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A13E7-05FE-4564-85EC-A69305E8BF5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47089-650B-7BAA-DB61-1F246023D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4636-3992-80B4-B5FE-A8540E88C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FE79D-191B-4D9D-87C5-B7BA3883C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550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71A51-E549-AAEC-40BC-F70A765B5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C22CD-855E-D4CB-C981-A20069214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6F4B7-CBDF-0C42-70D0-8CA5C06E5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A13E7-05FE-4564-85EC-A69305E8BF5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83085-5589-4A7A-ECB0-537FD0CE2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64540-1E75-FD0F-F047-6A4D8F3AC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FE79D-191B-4D9D-87C5-B7BA3883C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89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000D5-8F98-516B-E5A2-8DAF36556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975F7-B060-F14F-E140-E8E01D616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3903C-FF3D-7042-BF9C-975EFC251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A13E7-05FE-4564-85EC-A69305E8BF5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11B9B-0DE6-0FB7-95F1-747384B5C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44EE5-525E-4ECD-42E9-1B0F6874C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FE79D-191B-4D9D-87C5-B7BA3883C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185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48FC1-0D47-3BC1-1F23-330F39EEF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FFB25-CDC9-080B-9E0E-AB12320ABA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C8239-0739-D48E-708D-63932742E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FF67D-C245-8F8D-C621-4B378B79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A13E7-05FE-4564-85EC-A69305E8BF5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7F7D3-70AF-BF21-B40B-C104442E6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12CFF-E361-8051-4E3E-BACAD4B4F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FE79D-191B-4D9D-87C5-B7BA3883C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853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C0AC7-6D26-83C6-433B-F0E23F85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9A861-360D-7131-5355-B915CD067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6913AD-A879-ED29-D5DC-1EBF5A27D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44E60F-8DAF-08CB-86AA-4C0AC78BA2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99566-31B0-F278-4727-92A8EB3C7C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4DC17A-22A2-C603-B8BB-A1E81D8A8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A13E7-05FE-4564-85EC-A69305E8BF5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C0DD97-D4D7-28E4-50AD-2E33BECBF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4739B7-3C52-88C8-6B12-B8C8B390E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FE79D-191B-4D9D-87C5-B7BA3883C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111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498C2-E9E2-7421-C9B6-6D3225F78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9ED21A-7410-6652-D155-D93C24838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A13E7-05FE-4564-85EC-A69305E8BF5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B0563D-38EB-CA08-F8CE-9E540B594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5B32D-EAA7-6764-BB1B-82DBE73BD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FE79D-191B-4D9D-87C5-B7BA3883C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433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D0159D-8DCE-AB97-020F-7D456165C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A13E7-05FE-4564-85EC-A69305E8BF5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9D1BE6-119B-D317-0F76-A84822E92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F3A78-1EAE-E69B-563C-F31338534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FE79D-191B-4D9D-87C5-B7BA3883C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535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90701-5089-F2AB-EC6A-0EFFBEFA0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2DF89-D706-497E-B644-B448F79BF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8A3617-FAF6-1652-A033-612C5ECE0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86565-DECE-D89D-82C6-C3A83B2C3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A13E7-05FE-4564-85EC-A69305E8BF5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B7722-4366-9E62-CA64-1A8DCAA0F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2030C-A9BF-517D-775D-D92E9289E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FE79D-191B-4D9D-87C5-B7BA3883C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79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3BCEE-CD85-020F-32A5-3855C5031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C1D8C9-5CC7-A849-1A17-D348B7D649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06BC2A-A44A-F6BB-2BFF-E8B216F10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9F1EC-C691-180E-7A75-637EB3FBD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A13E7-05FE-4564-85EC-A69305E8BF5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E57EFC-A5C5-F5A7-D4A1-DFA20B6F6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88E74-0D6D-94D0-0DB9-7F475316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FE79D-191B-4D9D-87C5-B7BA3883C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068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780C-9228-841B-064C-20B0DC852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C3688A-A47D-528A-4959-D92BE269F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CD4E1-6C41-06AD-7CD0-D5ECA8C2A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A13E7-05FE-4564-85EC-A69305E8BF5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BDBCA-3051-A9D6-31E0-9A53F8374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9F5B4-6DC0-4679-F6A4-B7EA8EB52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FE79D-191B-4D9D-87C5-B7BA3883C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316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6567B8-E986-DAC5-8890-15A6516056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1F983C-E22A-9255-12F6-7761DA4AB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DD9E9-E9F6-F421-07A0-07EAC3E8A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A13E7-05FE-4564-85EC-A69305E8BF5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81F84-24A0-68D5-34EF-4A1787C15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AA0AD-F55D-BCE5-3B94-EB0031173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FE79D-191B-4D9D-87C5-B7BA3883C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786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E34328-1DC2-6058-91C0-74BD4631B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90C61-A198-F808-3F10-5D76D44EA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3A3AA-9587-E318-0AB0-8EC2A10689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1A13E7-05FE-4564-85EC-A69305E8BF5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7A88A-A3D9-B803-95BC-AB747DC70C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E0DF0-D210-DBAA-3C3C-6CFC4DF0E7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AFE79D-191B-4D9D-87C5-B7BA3883C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080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A17DB0-BA42-A4F1-219A-71B97486B5EC}"/>
              </a:ext>
            </a:extLst>
          </p:cNvPr>
          <p:cNvSpPr txBox="1"/>
          <p:nvPr/>
        </p:nvSpPr>
        <p:spPr>
          <a:xfrm>
            <a:off x="3810000" y="-2110978"/>
            <a:ext cx="4572000" cy="1107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1400" dirty="0"/>
              <a:t>0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03E53A-065A-835C-36E2-C5FE852AB6E7}"/>
              </a:ext>
            </a:extLst>
          </p:cNvPr>
          <p:cNvSpPr/>
          <p:nvPr/>
        </p:nvSpPr>
        <p:spPr>
          <a:xfrm>
            <a:off x="6021990" y="5550310"/>
            <a:ext cx="68825" cy="115037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2C0FED-EB70-945D-9388-19978DE1A443}"/>
              </a:ext>
            </a:extLst>
          </p:cNvPr>
          <p:cNvSpPr/>
          <p:nvPr/>
        </p:nvSpPr>
        <p:spPr>
          <a:xfrm>
            <a:off x="6101186" y="5550310"/>
            <a:ext cx="68825" cy="11503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3D06FD9-12CA-26C8-570A-16D3FD00BE6F}"/>
              </a:ext>
            </a:extLst>
          </p:cNvPr>
          <p:cNvGrpSpPr/>
          <p:nvPr/>
        </p:nvGrpSpPr>
        <p:grpSpPr>
          <a:xfrm>
            <a:off x="894466" y="560439"/>
            <a:ext cx="2222360" cy="2507226"/>
            <a:chOff x="894466" y="560439"/>
            <a:chExt cx="2222360" cy="250722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C78923A-136B-FEAB-A40A-9D3754A228F6}"/>
                </a:ext>
              </a:extLst>
            </p:cNvPr>
            <p:cNvSpPr/>
            <p:nvPr/>
          </p:nvSpPr>
          <p:spPr>
            <a:xfrm>
              <a:off x="894467" y="560439"/>
              <a:ext cx="68825" cy="115037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AB73A0E-92AF-B77C-FCC2-725C58ED77C2}"/>
                </a:ext>
              </a:extLst>
            </p:cNvPr>
            <p:cNvSpPr/>
            <p:nvPr/>
          </p:nvSpPr>
          <p:spPr>
            <a:xfrm>
              <a:off x="894466" y="1917291"/>
              <a:ext cx="68825" cy="1150374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8D99BA-C2DF-8B1A-BD39-0B822370B3F7}"/>
                </a:ext>
              </a:extLst>
            </p:cNvPr>
            <p:cNvSpPr txBox="1"/>
            <p:nvPr/>
          </p:nvSpPr>
          <p:spPr>
            <a:xfrm>
              <a:off x="1170039" y="825910"/>
              <a:ext cx="194678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400" dirty="0">
                  <a:latin typeface="Arial Black" panose="020B0A04020102020204" pitchFamily="34" charset="0"/>
                </a:rPr>
                <a:t>Start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1F45C8D-0B5C-856E-A7D6-18292C97CEBF}"/>
                </a:ext>
              </a:extLst>
            </p:cNvPr>
            <p:cNvSpPr txBox="1"/>
            <p:nvPr/>
          </p:nvSpPr>
          <p:spPr>
            <a:xfrm>
              <a:off x="1170038" y="2107757"/>
              <a:ext cx="194678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400" dirty="0">
                  <a:latin typeface="Arial Black" panose="020B0A04020102020204" pitchFamily="34" charset="0"/>
                </a:rPr>
                <a:t>Stop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4187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499AE-0EF5-2E15-3560-5D86B6E21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240B76-30B0-7276-D8CC-33A81BF55D3D}"/>
              </a:ext>
            </a:extLst>
          </p:cNvPr>
          <p:cNvSpPr txBox="1"/>
          <p:nvPr/>
        </p:nvSpPr>
        <p:spPr>
          <a:xfrm>
            <a:off x="3810000" y="-2110978"/>
            <a:ext cx="4572000" cy="1107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1400" dirty="0"/>
              <a:t>I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CE434F-1306-BA2F-E1D3-5C90D0044E5E}"/>
              </a:ext>
            </a:extLst>
          </p:cNvPr>
          <p:cNvSpPr/>
          <p:nvPr/>
        </p:nvSpPr>
        <p:spPr>
          <a:xfrm rot="16200000">
            <a:off x="6041922" y="5855110"/>
            <a:ext cx="68825" cy="115037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C37F53-12B9-7E6C-0864-2D0C6C223488}"/>
              </a:ext>
            </a:extLst>
          </p:cNvPr>
          <p:cNvSpPr/>
          <p:nvPr/>
        </p:nvSpPr>
        <p:spPr>
          <a:xfrm rot="16200000">
            <a:off x="6041922" y="6002594"/>
            <a:ext cx="68825" cy="11503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Arrow: Up-Down 1">
            <a:extLst>
              <a:ext uri="{FF2B5EF4-FFF2-40B4-BE49-F238E27FC236}">
                <a16:creationId xmlns:a16="http://schemas.microsoft.com/office/drawing/2014/main" id="{00B1CAB2-DF00-F36A-CCDE-CFA2D5E40A8C}"/>
              </a:ext>
            </a:extLst>
          </p:cNvPr>
          <p:cNvSpPr/>
          <p:nvPr/>
        </p:nvSpPr>
        <p:spPr>
          <a:xfrm>
            <a:off x="5982929" y="2540159"/>
            <a:ext cx="226142" cy="1777681"/>
          </a:xfrm>
          <a:prstGeom prst="up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149F6F3-5EB2-6882-6B01-AFC63DE061DC}"/>
              </a:ext>
            </a:extLst>
          </p:cNvPr>
          <p:cNvGrpSpPr/>
          <p:nvPr/>
        </p:nvGrpSpPr>
        <p:grpSpPr>
          <a:xfrm>
            <a:off x="894466" y="560439"/>
            <a:ext cx="2222360" cy="2507226"/>
            <a:chOff x="894466" y="560439"/>
            <a:chExt cx="2222360" cy="250722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3D6A4A3-A442-AF5B-C029-7F6443249304}"/>
                </a:ext>
              </a:extLst>
            </p:cNvPr>
            <p:cNvSpPr/>
            <p:nvPr/>
          </p:nvSpPr>
          <p:spPr>
            <a:xfrm>
              <a:off x="894467" y="560439"/>
              <a:ext cx="68825" cy="115037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435823-A4F6-61E9-2BAE-9035B999BDAC}"/>
                </a:ext>
              </a:extLst>
            </p:cNvPr>
            <p:cNvSpPr/>
            <p:nvPr/>
          </p:nvSpPr>
          <p:spPr>
            <a:xfrm>
              <a:off x="894466" y="1917291"/>
              <a:ext cx="68825" cy="1150374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E8903B-ECE2-29AA-15AB-A54E30279FE4}"/>
                </a:ext>
              </a:extLst>
            </p:cNvPr>
            <p:cNvSpPr txBox="1"/>
            <p:nvPr/>
          </p:nvSpPr>
          <p:spPr>
            <a:xfrm>
              <a:off x="1170039" y="825910"/>
              <a:ext cx="194678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400" dirty="0">
                  <a:latin typeface="Arial Black" panose="020B0A04020102020204" pitchFamily="34" charset="0"/>
                </a:rPr>
                <a:t>Start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84C5D67-FA1A-D128-644C-BE81CDBF80E8}"/>
                </a:ext>
              </a:extLst>
            </p:cNvPr>
            <p:cNvSpPr txBox="1"/>
            <p:nvPr/>
          </p:nvSpPr>
          <p:spPr>
            <a:xfrm>
              <a:off x="1170038" y="2107757"/>
              <a:ext cx="194678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400" dirty="0">
                  <a:latin typeface="Arial Black" panose="020B0A04020102020204" pitchFamily="34" charset="0"/>
                </a:rPr>
                <a:t>Stop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4414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81810-433F-C2BB-E684-A37E0D0A6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96C546-38F5-E9B8-CA95-5C0B5A341372}"/>
              </a:ext>
            </a:extLst>
          </p:cNvPr>
          <p:cNvSpPr txBox="1"/>
          <p:nvPr/>
        </p:nvSpPr>
        <p:spPr>
          <a:xfrm>
            <a:off x="3810000" y="-2110978"/>
            <a:ext cx="4572000" cy="1107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1400" dirty="0"/>
              <a:t>2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2C1251-4EF4-46BF-43B4-19793A56F93A}"/>
              </a:ext>
            </a:extLst>
          </p:cNvPr>
          <p:cNvSpPr/>
          <p:nvPr/>
        </p:nvSpPr>
        <p:spPr>
          <a:xfrm rot="10800000">
            <a:off x="4409766" y="889820"/>
            <a:ext cx="68825" cy="115037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037A0A-9270-34DF-7D6B-D224D1B41082}"/>
              </a:ext>
            </a:extLst>
          </p:cNvPr>
          <p:cNvSpPr/>
          <p:nvPr/>
        </p:nvSpPr>
        <p:spPr>
          <a:xfrm>
            <a:off x="7841226" y="5560142"/>
            <a:ext cx="68825" cy="11503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F2482D9-13B8-AB32-E6DE-EA8B740BAB11}"/>
              </a:ext>
            </a:extLst>
          </p:cNvPr>
          <p:cNvGrpSpPr/>
          <p:nvPr/>
        </p:nvGrpSpPr>
        <p:grpSpPr>
          <a:xfrm>
            <a:off x="894466" y="560439"/>
            <a:ext cx="2222360" cy="2507226"/>
            <a:chOff x="894466" y="560439"/>
            <a:chExt cx="2222360" cy="250722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C66553D-01D1-46CC-1B68-7330264676E4}"/>
                </a:ext>
              </a:extLst>
            </p:cNvPr>
            <p:cNvSpPr/>
            <p:nvPr/>
          </p:nvSpPr>
          <p:spPr>
            <a:xfrm>
              <a:off x="894467" y="560439"/>
              <a:ext cx="68825" cy="115037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3E5A400-2143-7C08-26FD-C66D854D1D1E}"/>
                </a:ext>
              </a:extLst>
            </p:cNvPr>
            <p:cNvSpPr/>
            <p:nvPr/>
          </p:nvSpPr>
          <p:spPr>
            <a:xfrm>
              <a:off x="894466" y="1917291"/>
              <a:ext cx="68825" cy="1150374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023783D-2A9A-D519-DE6A-C80A78F96832}"/>
                </a:ext>
              </a:extLst>
            </p:cNvPr>
            <p:cNvSpPr txBox="1"/>
            <p:nvPr/>
          </p:nvSpPr>
          <p:spPr>
            <a:xfrm>
              <a:off x="1170039" y="825910"/>
              <a:ext cx="194678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400" dirty="0">
                  <a:latin typeface="Arial Black" panose="020B0A04020102020204" pitchFamily="34" charset="0"/>
                </a:rPr>
                <a:t>Start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B83F3A0-720E-8B69-BA33-103C98CD1544}"/>
                </a:ext>
              </a:extLst>
            </p:cNvPr>
            <p:cNvSpPr txBox="1"/>
            <p:nvPr/>
          </p:nvSpPr>
          <p:spPr>
            <a:xfrm>
              <a:off x="1170038" y="2107757"/>
              <a:ext cx="194678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400" dirty="0">
                  <a:latin typeface="Arial Black" panose="020B0A04020102020204" pitchFamily="34" charset="0"/>
                </a:rPr>
                <a:t>Stop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5762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DBC0F-B9D7-3A14-18F5-B4AF3F6D2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DC62FA-0A75-4734-A653-E0748DA3E5DA}"/>
              </a:ext>
            </a:extLst>
          </p:cNvPr>
          <p:cNvSpPr txBox="1"/>
          <p:nvPr/>
        </p:nvSpPr>
        <p:spPr>
          <a:xfrm>
            <a:off x="3810000" y="-2110978"/>
            <a:ext cx="4572000" cy="1107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1400" dirty="0"/>
              <a:t>3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42CFD1-7675-60D5-4CD4-AF6579D33479}"/>
              </a:ext>
            </a:extLst>
          </p:cNvPr>
          <p:cNvSpPr/>
          <p:nvPr/>
        </p:nvSpPr>
        <p:spPr>
          <a:xfrm rot="10800000">
            <a:off x="4409766" y="889820"/>
            <a:ext cx="68825" cy="115037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5BD383-9849-6985-521E-B4ED4874CB28}"/>
              </a:ext>
            </a:extLst>
          </p:cNvPr>
          <p:cNvSpPr/>
          <p:nvPr/>
        </p:nvSpPr>
        <p:spPr>
          <a:xfrm>
            <a:off x="4252452" y="5176684"/>
            <a:ext cx="68825" cy="11503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9D2A022-85E6-72A6-B81C-747E097BA2A8}"/>
              </a:ext>
            </a:extLst>
          </p:cNvPr>
          <p:cNvGrpSpPr/>
          <p:nvPr/>
        </p:nvGrpSpPr>
        <p:grpSpPr>
          <a:xfrm>
            <a:off x="894466" y="560439"/>
            <a:ext cx="2222360" cy="2507226"/>
            <a:chOff x="894466" y="560439"/>
            <a:chExt cx="2222360" cy="250722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D7EB6C7-B323-E435-3DAA-A34EA1606B8A}"/>
                </a:ext>
              </a:extLst>
            </p:cNvPr>
            <p:cNvSpPr/>
            <p:nvPr/>
          </p:nvSpPr>
          <p:spPr>
            <a:xfrm>
              <a:off x="894467" y="560439"/>
              <a:ext cx="68825" cy="115037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137349-13EB-FCE5-F779-360B09525E2E}"/>
                </a:ext>
              </a:extLst>
            </p:cNvPr>
            <p:cNvSpPr/>
            <p:nvPr/>
          </p:nvSpPr>
          <p:spPr>
            <a:xfrm>
              <a:off x="894466" y="1917291"/>
              <a:ext cx="68825" cy="1150374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E062289-43A6-4FBC-9FF8-A9A87B3F0A44}"/>
                </a:ext>
              </a:extLst>
            </p:cNvPr>
            <p:cNvSpPr txBox="1"/>
            <p:nvPr/>
          </p:nvSpPr>
          <p:spPr>
            <a:xfrm>
              <a:off x="1170039" y="825910"/>
              <a:ext cx="194678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400" dirty="0">
                  <a:latin typeface="Arial Black" panose="020B0A04020102020204" pitchFamily="34" charset="0"/>
                </a:rPr>
                <a:t>Start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48545F6-430E-EE1F-66A6-2FD374F6C84C}"/>
                </a:ext>
              </a:extLst>
            </p:cNvPr>
            <p:cNvSpPr txBox="1"/>
            <p:nvPr/>
          </p:nvSpPr>
          <p:spPr>
            <a:xfrm>
              <a:off x="1170038" y="2107757"/>
              <a:ext cx="194678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400" dirty="0">
                  <a:latin typeface="Arial Black" panose="020B0A04020102020204" pitchFamily="34" charset="0"/>
                </a:rPr>
                <a:t>Stop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8636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3F9EF-4837-043E-658A-DE111A3C5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84F542-3B9D-E462-8298-22A5AF99D848}"/>
              </a:ext>
            </a:extLst>
          </p:cNvPr>
          <p:cNvSpPr txBox="1"/>
          <p:nvPr/>
        </p:nvSpPr>
        <p:spPr>
          <a:xfrm>
            <a:off x="3810000" y="-784600"/>
            <a:ext cx="4572000" cy="1107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1400" dirty="0">
                <a:latin typeface="Dubai Light" panose="020B0303030403030204" pitchFamily="34" charset="-78"/>
                <a:cs typeface="Dubai Light" panose="020B0303030403030204" pitchFamily="34" charset="-78"/>
              </a:rPr>
              <a:t>4</a:t>
            </a:r>
            <a:endParaRPr lang="en-IN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BDBD99-1C05-EA8E-5CC2-CBDAC8BEF315}"/>
              </a:ext>
            </a:extLst>
          </p:cNvPr>
          <p:cNvSpPr/>
          <p:nvPr/>
        </p:nvSpPr>
        <p:spPr>
          <a:xfrm rot="16200000">
            <a:off x="6061588" y="55807"/>
            <a:ext cx="68825" cy="115037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20F7B8-DF3E-BEAB-BFFC-D071CC8BAB08}"/>
              </a:ext>
            </a:extLst>
          </p:cNvPr>
          <p:cNvSpPr/>
          <p:nvPr/>
        </p:nvSpPr>
        <p:spPr>
          <a:xfrm rot="5400000">
            <a:off x="6935362" y="5950408"/>
            <a:ext cx="68825" cy="11503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6A98C5-AF9C-6DB9-51BF-5E484EA57BD6}"/>
              </a:ext>
            </a:extLst>
          </p:cNvPr>
          <p:cNvSpPr/>
          <p:nvPr/>
        </p:nvSpPr>
        <p:spPr>
          <a:xfrm rot="20160000">
            <a:off x="7271172" y="2543877"/>
            <a:ext cx="442128" cy="235012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B2FD3AA-93D3-691D-F6C3-A544FFF7EA8C}"/>
              </a:ext>
            </a:extLst>
          </p:cNvPr>
          <p:cNvGrpSpPr/>
          <p:nvPr/>
        </p:nvGrpSpPr>
        <p:grpSpPr>
          <a:xfrm>
            <a:off x="894466" y="560439"/>
            <a:ext cx="2222360" cy="2507226"/>
            <a:chOff x="894466" y="560439"/>
            <a:chExt cx="2222360" cy="250722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9CBC03A-5167-C849-25BF-C2C38B76F87B}"/>
                </a:ext>
              </a:extLst>
            </p:cNvPr>
            <p:cNvSpPr/>
            <p:nvPr/>
          </p:nvSpPr>
          <p:spPr>
            <a:xfrm>
              <a:off x="894467" y="560439"/>
              <a:ext cx="68825" cy="115037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014D488-43E7-0DA2-E06A-BA34099CB9A3}"/>
                </a:ext>
              </a:extLst>
            </p:cNvPr>
            <p:cNvSpPr/>
            <p:nvPr/>
          </p:nvSpPr>
          <p:spPr>
            <a:xfrm>
              <a:off x="894466" y="1917291"/>
              <a:ext cx="68825" cy="1150374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CE9457E-6107-0CB0-524F-21C718670CF0}"/>
                </a:ext>
              </a:extLst>
            </p:cNvPr>
            <p:cNvSpPr txBox="1"/>
            <p:nvPr/>
          </p:nvSpPr>
          <p:spPr>
            <a:xfrm>
              <a:off x="1170039" y="825910"/>
              <a:ext cx="194678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400" dirty="0">
                  <a:latin typeface="Arial Black" panose="020B0A04020102020204" pitchFamily="34" charset="0"/>
                </a:rPr>
                <a:t>Start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DB44932-3AD6-DD8D-E226-D249D712FB28}"/>
                </a:ext>
              </a:extLst>
            </p:cNvPr>
            <p:cNvSpPr txBox="1"/>
            <p:nvPr/>
          </p:nvSpPr>
          <p:spPr>
            <a:xfrm>
              <a:off x="1170038" y="2107757"/>
              <a:ext cx="194678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400" dirty="0">
                  <a:latin typeface="Arial Black" panose="020B0A04020102020204" pitchFamily="34" charset="0"/>
                </a:rPr>
                <a:t>Stop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8228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BE052-71C9-B136-0FF7-ADEBC07F2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D4DB68-FA75-B604-4261-E9DF0CA37469}"/>
              </a:ext>
            </a:extLst>
          </p:cNvPr>
          <p:cNvSpPr txBox="1"/>
          <p:nvPr/>
        </p:nvSpPr>
        <p:spPr>
          <a:xfrm>
            <a:off x="3810000" y="-2110978"/>
            <a:ext cx="4572000" cy="1107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1400" dirty="0"/>
              <a:t>5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D0AD35-7B7E-FAB5-9E74-D5C0D0E8B33C}"/>
              </a:ext>
            </a:extLst>
          </p:cNvPr>
          <p:cNvSpPr/>
          <p:nvPr/>
        </p:nvSpPr>
        <p:spPr>
          <a:xfrm rot="10800000">
            <a:off x="7414223" y="427595"/>
            <a:ext cx="68825" cy="115037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4EA322-3289-2680-A38E-5AE364654510}"/>
              </a:ext>
            </a:extLst>
          </p:cNvPr>
          <p:cNvSpPr/>
          <p:nvPr/>
        </p:nvSpPr>
        <p:spPr>
          <a:xfrm>
            <a:off x="4252452" y="5176684"/>
            <a:ext cx="68825" cy="11503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B738F9C-AFA6-EB40-D2D4-494A3C60F291}"/>
              </a:ext>
            </a:extLst>
          </p:cNvPr>
          <p:cNvGrpSpPr/>
          <p:nvPr/>
        </p:nvGrpSpPr>
        <p:grpSpPr>
          <a:xfrm>
            <a:off x="894466" y="560439"/>
            <a:ext cx="2222360" cy="2507226"/>
            <a:chOff x="894466" y="560439"/>
            <a:chExt cx="2222360" cy="250722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8F68D6E-4951-5D2E-8929-94CE51547261}"/>
                </a:ext>
              </a:extLst>
            </p:cNvPr>
            <p:cNvSpPr/>
            <p:nvPr/>
          </p:nvSpPr>
          <p:spPr>
            <a:xfrm>
              <a:off x="894467" y="560439"/>
              <a:ext cx="68825" cy="115037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099FF52-B468-563C-0D27-F43A92AFB623}"/>
                </a:ext>
              </a:extLst>
            </p:cNvPr>
            <p:cNvSpPr/>
            <p:nvPr/>
          </p:nvSpPr>
          <p:spPr>
            <a:xfrm>
              <a:off x="894466" y="1917291"/>
              <a:ext cx="68825" cy="1150374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551D341-4EFC-A600-4404-F40BB7E85C59}"/>
                </a:ext>
              </a:extLst>
            </p:cNvPr>
            <p:cNvSpPr txBox="1"/>
            <p:nvPr/>
          </p:nvSpPr>
          <p:spPr>
            <a:xfrm>
              <a:off x="1170039" y="825910"/>
              <a:ext cx="194678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400" dirty="0">
                  <a:latin typeface="Arial Black" panose="020B0A04020102020204" pitchFamily="34" charset="0"/>
                </a:rPr>
                <a:t>Start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068584B-63EB-BDCA-39C8-1D20367E9247}"/>
                </a:ext>
              </a:extLst>
            </p:cNvPr>
            <p:cNvSpPr txBox="1"/>
            <p:nvPr/>
          </p:nvSpPr>
          <p:spPr>
            <a:xfrm>
              <a:off x="1170038" y="2107757"/>
              <a:ext cx="194678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400" dirty="0">
                  <a:latin typeface="Arial Black" panose="020B0A04020102020204" pitchFamily="34" charset="0"/>
                </a:rPr>
                <a:t>Stop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0358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118DD-C20E-6409-D427-8BC94022F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A0B29D-147E-3B5D-2879-8FFFD1100B88}"/>
              </a:ext>
            </a:extLst>
          </p:cNvPr>
          <p:cNvSpPr txBox="1"/>
          <p:nvPr/>
        </p:nvSpPr>
        <p:spPr>
          <a:xfrm>
            <a:off x="3810000" y="-2110978"/>
            <a:ext cx="4572000" cy="1107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1400" dirty="0"/>
              <a:t>6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07A3FA-770A-176D-0F52-283EE1E0D104}"/>
              </a:ext>
            </a:extLst>
          </p:cNvPr>
          <p:cNvSpPr/>
          <p:nvPr/>
        </p:nvSpPr>
        <p:spPr>
          <a:xfrm rot="10800000">
            <a:off x="7685527" y="477837"/>
            <a:ext cx="61751" cy="115037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3C7A54-4D11-CB04-8A7C-56839A5F881D}"/>
              </a:ext>
            </a:extLst>
          </p:cNvPr>
          <p:cNvSpPr/>
          <p:nvPr/>
        </p:nvSpPr>
        <p:spPr>
          <a:xfrm>
            <a:off x="5026175" y="2986143"/>
            <a:ext cx="68825" cy="11503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73AC861-7310-BC41-6E1E-319A2AE30A42}"/>
              </a:ext>
            </a:extLst>
          </p:cNvPr>
          <p:cNvGrpSpPr/>
          <p:nvPr/>
        </p:nvGrpSpPr>
        <p:grpSpPr>
          <a:xfrm>
            <a:off x="894466" y="560439"/>
            <a:ext cx="2222360" cy="2507226"/>
            <a:chOff x="894466" y="560439"/>
            <a:chExt cx="2222360" cy="250722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CFA256F-AE8B-B994-3C60-AC9A6FDD54D7}"/>
                </a:ext>
              </a:extLst>
            </p:cNvPr>
            <p:cNvSpPr/>
            <p:nvPr/>
          </p:nvSpPr>
          <p:spPr>
            <a:xfrm>
              <a:off x="894467" y="560439"/>
              <a:ext cx="68825" cy="115037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A941C2C-DDD5-D716-A151-FD610363038E}"/>
                </a:ext>
              </a:extLst>
            </p:cNvPr>
            <p:cNvSpPr/>
            <p:nvPr/>
          </p:nvSpPr>
          <p:spPr>
            <a:xfrm>
              <a:off x="894466" y="1917291"/>
              <a:ext cx="68825" cy="1150374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2E7CBBE-C707-8935-2299-351638F9701A}"/>
                </a:ext>
              </a:extLst>
            </p:cNvPr>
            <p:cNvSpPr txBox="1"/>
            <p:nvPr/>
          </p:nvSpPr>
          <p:spPr>
            <a:xfrm>
              <a:off x="1170039" y="825910"/>
              <a:ext cx="194678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400" dirty="0">
                  <a:latin typeface="Arial Black" panose="020B0A04020102020204" pitchFamily="34" charset="0"/>
                </a:rPr>
                <a:t>Start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A12825-E808-03F3-851A-9C360AD5577B}"/>
                </a:ext>
              </a:extLst>
            </p:cNvPr>
            <p:cNvSpPr txBox="1"/>
            <p:nvPr/>
          </p:nvSpPr>
          <p:spPr>
            <a:xfrm>
              <a:off x="1170038" y="2107757"/>
              <a:ext cx="194678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400" dirty="0">
                  <a:latin typeface="Arial Black" panose="020B0A04020102020204" pitchFamily="34" charset="0"/>
                </a:rPr>
                <a:t>Stop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2178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A135E-9114-9B8B-52D2-B4EA9AB12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E56BE1-90C4-3079-D6E7-93DA8BC7BB2A}"/>
              </a:ext>
            </a:extLst>
          </p:cNvPr>
          <p:cNvSpPr txBox="1"/>
          <p:nvPr/>
        </p:nvSpPr>
        <p:spPr>
          <a:xfrm>
            <a:off x="3810000" y="-2110978"/>
            <a:ext cx="4572000" cy="1107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1400" dirty="0"/>
              <a:t>7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D1C771-915B-31D5-BCF5-A76FF8F713C2}"/>
              </a:ext>
            </a:extLst>
          </p:cNvPr>
          <p:cNvSpPr/>
          <p:nvPr/>
        </p:nvSpPr>
        <p:spPr>
          <a:xfrm rot="10800000">
            <a:off x="4248990" y="497934"/>
            <a:ext cx="61751" cy="115037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A1E91E-CA7F-AD70-73D4-DDA8429B573C}"/>
              </a:ext>
            </a:extLst>
          </p:cNvPr>
          <p:cNvSpPr/>
          <p:nvPr/>
        </p:nvSpPr>
        <p:spPr>
          <a:xfrm rot="16200000">
            <a:off x="5337675" y="5819778"/>
            <a:ext cx="68825" cy="11503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CBD8BF-D832-8253-63C9-01015E119290}"/>
              </a:ext>
            </a:extLst>
          </p:cNvPr>
          <p:cNvGrpSpPr/>
          <p:nvPr/>
        </p:nvGrpSpPr>
        <p:grpSpPr>
          <a:xfrm>
            <a:off x="894466" y="560439"/>
            <a:ext cx="2222360" cy="2507226"/>
            <a:chOff x="894466" y="560439"/>
            <a:chExt cx="2222360" cy="250722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0732816-2288-0686-84C8-6610C58844F7}"/>
                </a:ext>
              </a:extLst>
            </p:cNvPr>
            <p:cNvSpPr/>
            <p:nvPr/>
          </p:nvSpPr>
          <p:spPr>
            <a:xfrm>
              <a:off x="894467" y="560439"/>
              <a:ext cx="68825" cy="115037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F3C1BC2-196B-C1CD-A908-C7E56CD569CC}"/>
                </a:ext>
              </a:extLst>
            </p:cNvPr>
            <p:cNvSpPr/>
            <p:nvPr/>
          </p:nvSpPr>
          <p:spPr>
            <a:xfrm>
              <a:off x="894466" y="1917291"/>
              <a:ext cx="68825" cy="1150374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8CD2E5F-3A79-B7A5-2819-B09C38C3715B}"/>
                </a:ext>
              </a:extLst>
            </p:cNvPr>
            <p:cNvSpPr txBox="1"/>
            <p:nvPr/>
          </p:nvSpPr>
          <p:spPr>
            <a:xfrm>
              <a:off x="1170039" y="825910"/>
              <a:ext cx="194678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400" dirty="0">
                  <a:latin typeface="Arial Black" panose="020B0A04020102020204" pitchFamily="34" charset="0"/>
                </a:rPr>
                <a:t>Start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4329412-392E-CFBA-52BC-22DCBA1DE7EE}"/>
                </a:ext>
              </a:extLst>
            </p:cNvPr>
            <p:cNvSpPr txBox="1"/>
            <p:nvPr/>
          </p:nvSpPr>
          <p:spPr>
            <a:xfrm>
              <a:off x="1170038" y="2107757"/>
              <a:ext cx="194678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400" dirty="0">
                  <a:latin typeface="Arial Black" panose="020B0A04020102020204" pitchFamily="34" charset="0"/>
                </a:rPr>
                <a:t>Stop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706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AB7A7-B8AB-FE32-DA5B-047F321F6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2A56BC-01D7-3F10-5CFA-1AE5DD08EC4A}"/>
              </a:ext>
            </a:extLst>
          </p:cNvPr>
          <p:cNvSpPr txBox="1"/>
          <p:nvPr/>
        </p:nvSpPr>
        <p:spPr>
          <a:xfrm>
            <a:off x="3810000" y="-2110978"/>
            <a:ext cx="4572000" cy="1107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1400" dirty="0"/>
              <a:t>8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35CF1E-0616-B230-3DC4-20B062E0F2DC}"/>
              </a:ext>
            </a:extLst>
          </p:cNvPr>
          <p:cNvSpPr/>
          <p:nvPr/>
        </p:nvSpPr>
        <p:spPr>
          <a:xfrm rot="10800000">
            <a:off x="6096000" y="327112"/>
            <a:ext cx="61751" cy="115037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188BB3-B14C-03DC-6C03-4D841EE75B23}"/>
              </a:ext>
            </a:extLst>
          </p:cNvPr>
          <p:cNvSpPr/>
          <p:nvPr/>
        </p:nvSpPr>
        <p:spPr>
          <a:xfrm rot="10800000">
            <a:off x="6027175" y="327112"/>
            <a:ext cx="68825" cy="11503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A01C1DF-681F-5C17-8AB7-AB66EEB4A5B4}"/>
              </a:ext>
            </a:extLst>
          </p:cNvPr>
          <p:cNvGrpSpPr/>
          <p:nvPr/>
        </p:nvGrpSpPr>
        <p:grpSpPr>
          <a:xfrm>
            <a:off x="894466" y="560439"/>
            <a:ext cx="2222360" cy="2507226"/>
            <a:chOff x="894466" y="560439"/>
            <a:chExt cx="2222360" cy="250722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ED38273-EAEE-81C0-D99A-E6557CB48B5F}"/>
                </a:ext>
              </a:extLst>
            </p:cNvPr>
            <p:cNvSpPr/>
            <p:nvPr/>
          </p:nvSpPr>
          <p:spPr>
            <a:xfrm>
              <a:off x="894467" y="560439"/>
              <a:ext cx="68825" cy="115037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06C114E-55DE-B62C-61C5-22A50D55C196}"/>
                </a:ext>
              </a:extLst>
            </p:cNvPr>
            <p:cNvSpPr/>
            <p:nvPr/>
          </p:nvSpPr>
          <p:spPr>
            <a:xfrm>
              <a:off x="894466" y="1917291"/>
              <a:ext cx="68825" cy="1150374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07B463A-29FF-2C5E-CB0C-02AE32990D93}"/>
                </a:ext>
              </a:extLst>
            </p:cNvPr>
            <p:cNvSpPr txBox="1"/>
            <p:nvPr/>
          </p:nvSpPr>
          <p:spPr>
            <a:xfrm>
              <a:off x="1170039" y="825910"/>
              <a:ext cx="194678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400" dirty="0">
                  <a:latin typeface="Arial Black" panose="020B0A04020102020204" pitchFamily="34" charset="0"/>
                </a:rPr>
                <a:t>Start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6F4861D-2AD7-987D-BE2F-4FF4F4F637DB}"/>
                </a:ext>
              </a:extLst>
            </p:cNvPr>
            <p:cNvSpPr txBox="1"/>
            <p:nvPr/>
          </p:nvSpPr>
          <p:spPr>
            <a:xfrm>
              <a:off x="1170038" y="2107757"/>
              <a:ext cx="194678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400" dirty="0">
                  <a:latin typeface="Arial Black" panose="020B0A04020102020204" pitchFamily="34" charset="0"/>
                </a:rPr>
                <a:t>Stop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6084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EB11B-AC8B-165A-CD00-70BD55BC4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701622-8A46-C92F-75BE-C65F1A6FDA16}"/>
              </a:ext>
            </a:extLst>
          </p:cNvPr>
          <p:cNvSpPr txBox="1"/>
          <p:nvPr/>
        </p:nvSpPr>
        <p:spPr>
          <a:xfrm>
            <a:off x="3810000" y="-2110978"/>
            <a:ext cx="4572000" cy="1107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1400" dirty="0">
                <a:latin typeface="Kristen ITC" panose="03050502040202030202" pitchFamily="66" charset="0"/>
              </a:rPr>
              <a:t>9</a:t>
            </a:r>
            <a:endParaRPr lang="en-IN" dirty="0">
              <a:latin typeface="Kristen ITC" panose="03050502040202030202" pitchFamily="66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29742D-2F4B-81C3-979E-592D10B8D2EA}"/>
              </a:ext>
            </a:extLst>
          </p:cNvPr>
          <p:cNvSpPr/>
          <p:nvPr/>
        </p:nvSpPr>
        <p:spPr>
          <a:xfrm rot="5400000">
            <a:off x="7492722" y="2007322"/>
            <a:ext cx="61751" cy="115037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76AC0D-847F-68CF-AF11-73B5B8F8C07E}"/>
              </a:ext>
            </a:extLst>
          </p:cNvPr>
          <p:cNvSpPr/>
          <p:nvPr/>
        </p:nvSpPr>
        <p:spPr>
          <a:xfrm rot="10800000">
            <a:off x="4479729" y="5777965"/>
            <a:ext cx="68825" cy="11503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Arrow: Up-Down 1">
            <a:extLst>
              <a:ext uri="{FF2B5EF4-FFF2-40B4-BE49-F238E27FC236}">
                <a16:creationId xmlns:a16="http://schemas.microsoft.com/office/drawing/2014/main" id="{741C7B7A-8E77-F4A9-8009-A9F5E5EB5D91}"/>
              </a:ext>
            </a:extLst>
          </p:cNvPr>
          <p:cNvSpPr/>
          <p:nvPr/>
        </p:nvSpPr>
        <p:spPr>
          <a:xfrm>
            <a:off x="7561803" y="1236116"/>
            <a:ext cx="370951" cy="1095270"/>
          </a:xfrm>
          <a:prstGeom prst="up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AC9E04-1649-FBCC-5776-E7C8517C4C0B}"/>
              </a:ext>
            </a:extLst>
          </p:cNvPr>
          <p:cNvSpPr/>
          <p:nvPr/>
        </p:nvSpPr>
        <p:spPr>
          <a:xfrm rot="5400000">
            <a:off x="7141216" y="340972"/>
            <a:ext cx="61751" cy="1150374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096D189E-5BC6-A2A7-EC79-E4AED69814BC}"/>
              </a:ext>
            </a:extLst>
          </p:cNvPr>
          <p:cNvSpPr/>
          <p:nvPr/>
        </p:nvSpPr>
        <p:spPr>
          <a:xfrm flipV="1">
            <a:off x="7137340" y="1201700"/>
            <a:ext cx="442128" cy="1095268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8C0D3CD-0C17-FE9D-6BCA-56B089CB334A}"/>
              </a:ext>
            </a:extLst>
          </p:cNvPr>
          <p:cNvGrpSpPr/>
          <p:nvPr/>
        </p:nvGrpSpPr>
        <p:grpSpPr>
          <a:xfrm>
            <a:off x="894466" y="560439"/>
            <a:ext cx="2222360" cy="2507226"/>
            <a:chOff x="894466" y="560439"/>
            <a:chExt cx="2222360" cy="250722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A715831-D2AB-483B-83BE-24F4AF87E394}"/>
                </a:ext>
              </a:extLst>
            </p:cNvPr>
            <p:cNvSpPr/>
            <p:nvPr/>
          </p:nvSpPr>
          <p:spPr>
            <a:xfrm>
              <a:off x="894467" y="560439"/>
              <a:ext cx="68825" cy="115037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3688B79-48A0-D5BD-B7F2-AA40C5A455AE}"/>
                </a:ext>
              </a:extLst>
            </p:cNvPr>
            <p:cNvSpPr/>
            <p:nvPr/>
          </p:nvSpPr>
          <p:spPr>
            <a:xfrm>
              <a:off x="894466" y="1917291"/>
              <a:ext cx="68825" cy="1150374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5D728E3-CDEA-59FD-6E5A-874B53781944}"/>
                </a:ext>
              </a:extLst>
            </p:cNvPr>
            <p:cNvSpPr txBox="1"/>
            <p:nvPr/>
          </p:nvSpPr>
          <p:spPr>
            <a:xfrm>
              <a:off x="1170039" y="825910"/>
              <a:ext cx="194678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400" dirty="0">
                  <a:latin typeface="Arial Black" panose="020B0A04020102020204" pitchFamily="34" charset="0"/>
                </a:rPr>
                <a:t>Start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510EF9-B6A2-D29F-D05B-995A5AE5C5DB}"/>
                </a:ext>
              </a:extLst>
            </p:cNvPr>
            <p:cNvSpPr txBox="1"/>
            <p:nvPr/>
          </p:nvSpPr>
          <p:spPr>
            <a:xfrm>
              <a:off x="1170038" y="2107757"/>
              <a:ext cx="194678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400" dirty="0">
                  <a:latin typeface="Arial Black" panose="020B0A04020102020204" pitchFamily="34" charset="0"/>
                </a:rPr>
                <a:t>Stop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ECFD93C-58C8-EEE2-CBB6-F1375CA63D00}"/>
              </a:ext>
            </a:extLst>
          </p:cNvPr>
          <p:cNvSpPr/>
          <p:nvPr/>
        </p:nvSpPr>
        <p:spPr>
          <a:xfrm>
            <a:off x="894465" y="3274143"/>
            <a:ext cx="61751" cy="1150374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906ACF-8E81-2D5C-0461-42389CF040AA}"/>
              </a:ext>
            </a:extLst>
          </p:cNvPr>
          <p:cNvSpPr txBox="1"/>
          <p:nvPr/>
        </p:nvSpPr>
        <p:spPr>
          <a:xfrm>
            <a:off x="1096296" y="3389604"/>
            <a:ext cx="27066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Arial Black" panose="020B0A04020102020204" pitchFamily="34" charset="0"/>
              </a:rPr>
              <a:t>Reverse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994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31</Words>
  <Application>Microsoft Office PowerPoint</Application>
  <PresentationFormat>Widescreen</PresentationFormat>
  <Paragraphs>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Dubai Light</vt:lpstr>
      <vt:lpstr>Kristen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Nirmalkumar M</dc:creator>
  <cp:lastModifiedBy>Nirmalkumar M</cp:lastModifiedBy>
  <cp:revision>2</cp:revision>
  <dcterms:created xsi:type="dcterms:W3CDTF">2026-01-05T14:54:43Z</dcterms:created>
  <dcterms:modified xsi:type="dcterms:W3CDTF">2026-01-10T08:14:40Z</dcterms:modified>
</cp:coreProperties>
</file>